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14BD2-5933-9E03-9746-09BD2F038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7B1010-2572-47D6-D096-C694191F6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2F816-9D59-22D7-26AA-B5FD3FEE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D113F-A7C1-8659-4255-8FC7205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51258B-2DA7-8615-D044-491795B4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26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5DA00-B6B4-C971-D222-A0FF479D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A61A16-6119-385B-89C3-DFF8C699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1486B-C106-B789-0B09-86DE4C80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355AE8-5068-5916-A8E0-430EE764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30E70C-B567-B018-5D96-80E45845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24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324DD-93B0-B9C8-AD53-675E6657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662ED6-461D-FCE7-5F5E-73CCE0A0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55484-929D-0A44-9F22-5DC0DB5F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DFF9B-8DFA-FC07-24CF-BC83C218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030BF-D11B-D895-0B4D-9DEDE7C3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1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0BFDB-310B-80DC-C261-EB7AA50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DB5B7-C8EF-D2A0-566D-49F493F41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7AF62E-B338-7878-5F09-4BCC8738C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8DA7F5-6CBB-77AC-4D58-60096B91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336830-AFD7-1AB2-93F7-E26BE386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C50DB7-2545-BC2A-3512-E358FE41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15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4AC58-F078-8F54-95A8-70534AA1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F608F7-7327-C1C2-2BBC-D45E67BC8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72A51-5AFF-F0D5-F972-F55EB8C0C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C2F5D1-1C9E-2385-99C9-599E4DB9F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127EC7-8BE9-4580-EA6E-4636DF780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4D30D5-D4A8-F0D4-64F0-F188BE2B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9EE15A-5FAE-3145-66DC-D1A046E1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39A1F6-9CD0-4DCC-CC3E-CA7E6055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99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0ACC7-5AD2-37BF-91DC-828DE81B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F2C966-FFB7-8694-296E-1447DF03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7F9D95-0BB7-F987-0B83-04A40AB0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301141-7672-1F4D-03FF-15AFCFF1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63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AF239D-D44A-3036-E0C8-E7A1A6CF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F05015-FDCF-AC31-945B-9B3E0B0D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269C19-1304-6F57-8C1D-2ED8A148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2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EE2F0-87D1-7AD9-E758-A78F85E5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E5C3B-1CF3-B92A-988B-2EDDF0B8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DE8A2-AF6C-1CEC-BB08-085A3EAE8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FBF2D2-1D97-94A2-BCF1-9DC411A6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F163FD-68BD-1DAD-57FF-5ED07CC5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08B87E-3C9D-6BC5-A89F-70A0D27D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09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7EB02-1742-E911-27F0-6DA5A19D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9A1450-B775-B6BD-98B7-0A781263C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D14C1B-E896-0E45-1A25-0183AE12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C5D6A-389B-10A9-B217-37DD45F3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42B5DD-064C-095E-808A-627094E54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15FE4-C75E-79DA-9C03-4B6F0A3D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2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ED9AD-29C3-C127-89E8-56759E10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F6B0C7-9688-5A33-DF96-C906491DC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34CFAE-A449-75CE-8B4A-47B7C09C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20F95-90CE-B2C1-371B-5567CED9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71737-3FC4-8580-D579-A061ABC4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01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A71821-B30E-6EA2-C4A3-A6C17CA99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C94565-B147-F21B-7138-DB291EA3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693EC5-DAC2-B0DE-CD9A-AE833A28E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AD2A6-B3D3-C164-4BDA-43A39D4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ABD22-1BF9-8E25-1561-B0E4EFC4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3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46E769-EDF7-1AAD-AECC-92469FCB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07DC5-C2D3-D678-C150-12C59A22A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C5329-284E-8790-8266-8D97705D7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23BDC-0F45-408E-9713-DAF1149D346C}" type="datetimeFigureOut">
              <a:rPr lang="zh-CN" altLang="en-US" smtClean="0"/>
              <a:t>2026-03-21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32225F-CD2B-50FE-4FDF-4E70912C5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EA439-989C-6F71-64BE-06EF27BBB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C5E56-225F-4265-A30F-C0946FBD4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97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10AD0-6A48-8F8B-D0A7-8E7AC74C1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D1B0DB-BC51-4531-9037-A73BFC53F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86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CC740-28C1-0CA3-963E-BB77E3BC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模型结构：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7DCF7-7086-7FAC-54D1-325336D0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d_model</a:t>
            </a:r>
            <a:r>
              <a:rPr lang="en-US" altLang="zh-CN" dirty="0"/>
              <a:t>=32</a:t>
            </a:r>
          </a:p>
          <a:p>
            <a:r>
              <a:rPr lang="en-US" altLang="zh-CN" dirty="0" err="1"/>
              <a:t>nhead</a:t>
            </a:r>
            <a:r>
              <a:rPr lang="en-US" altLang="zh-CN" dirty="0"/>
              <a:t>=4</a:t>
            </a:r>
          </a:p>
          <a:p>
            <a:r>
              <a:rPr lang="en-US" altLang="zh-CN" dirty="0" err="1"/>
              <a:t>num_layers</a:t>
            </a:r>
            <a:r>
              <a:rPr lang="en-US" altLang="zh-CN" dirty="0"/>
              <a:t>=2</a:t>
            </a:r>
          </a:p>
          <a:p>
            <a:r>
              <a:rPr lang="en-US" altLang="zh-CN" dirty="0" err="1"/>
              <a:t>dim_feedforward</a:t>
            </a:r>
            <a:r>
              <a:rPr lang="en-US" altLang="zh-CN" dirty="0"/>
              <a:t>=64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521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5BE9D-2FE1-9E35-EA83-90F8ACE9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C019B6-E605-7CD5-8C5B-1389B40E08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种字符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的个数多还是</a:t>
            </a:r>
            <a:r>
              <a:rPr lang="en-US" altLang="zh-CN" dirty="0"/>
              <a:t>B</a:t>
            </a:r>
            <a:r>
              <a:rPr lang="zh-CN" altLang="en-US" dirty="0"/>
              <a:t>的个数多</a:t>
            </a:r>
            <a:endParaRPr lang="en-US" altLang="zh-CN" dirty="0"/>
          </a:p>
          <a:p>
            <a:r>
              <a:rPr lang="zh-CN" altLang="en-US" dirty="0"/>
              <a:t>训练数据长度</a:t>
            </a:r>
            <a:r>
              <a:rPr lang="en-US" altLang="zh-CN" dirty="0"/>
              <a:t>&lt;=50</a:t>
            </a:r>
          </a:p>
          <a:p>
            <a:r>
              <a:rPr lang="zh-CN" altLang="en-US" dirty="0"/>
              <a:t>测试数据长度</a:t>
            </a:r>
            <a:r>
              <a:rPr lang="en-US" altLang="zh-CN" dirty="0"/>
              <a:t>&lt;=100</a:t>
            </a:r>
          </a:p>
          <a:p>
            <a:r>
              <a:rPr lang="zh-CN" altLang="en-US" dirty="0"/>
              <a:t>训练集大小</a:t>
            </a:r>
            <a:r>
              <a:rPr lang="en-US" altLang="zh-CN" dirty="0"/>
              <a:t>=5000</a:t>
            </a:r>
          </a:p>
          <a:p>
            <a:r>
              <a:rPr lang="zh-CN" altLang="en-US" dirty="0"/>
              <a:t>测试集大小</a:t>
            </a:r>
            <a:r>
              <a:rPr lang="en-US" altLang="zh-CN" dirty="0"/>
              <a:t>=500+500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61529BB-F527-F146-3D80-C7E22456BC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种字符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的个数是奇数还是偶数</a:t>
            </a:r>
            <a:endParaRPr lang="en-US" altLang="zh-CN" dirty="0"/>
          </a:p>
          <a:p>
            <a:r>
              <a:rPr lang="zh-CN" altLang="en-US" dirty="0"/>
              <a:t>训练数据长度</a:t>
            </a:r>
            <a:r>
              <a:rPr lang="en-US" altLang="zh-CN" dirty="0"/>
              <a:t>&lt;=50</a:t>
            </a:r>
          </a:p>
          <a:p>
            <a:r>
              <a:rPr lang="zh-CN" altLang="en-US" dirty="0"/>
              <a:t>测试数据长度</a:t>
            </a:r>
            <a:r>
              <a:rPr lang="en-US" altLang="zh-CN" dirty="0"/>
              <a:t>&lt;=100</a:t>
            </a:r>
          </a:p>
          <a:p>
            <a:r>
              <a:rPr lang="zh-CN" altLang="en-US" dirty="0"/>
              <a:t>训练集大小</a:t>
            </a:r>
            <a:r>
              <a:rPr lang="en-US" altLang="zh-CN" dirty="0"/>
              <a:t>=5000</a:t>
            </a:r>
          </a:p>
          <a:p>
            <a:r>
              <a:rPr lang="zh-CN" altLang="en-US" dirty="0"/>
              <a:t>测试集大小</a:t>
            </a:r>
            <a:r>
              <a:rPr lang="en-US" altLang="zh-CN" dirty="0"/>
              <a:t>=500+500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436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6B40E-0E85-8B68-FEF6-7D047FF1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D2AEB-CCCF-85ED-F8C4-C9B5190FF0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比多少任务：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Test Accuracy</a:t>
            </a:r>
            <a:r>
              <a:rPr lang="zh-CN" altLang="en-US" dirty="0"/>
              <a:t>：</a:t>
            </a:r>
            <a:r>
              <a:rPr lang="en-US" altLang="zh-CN" dirty="0"/>
              <a:t>1.0000</a:t>
            </a:r>
            <a:r>
              <a:rPr lang="zh-CN" altLang="en-US" dirty="0"/>
              <a:t>（短数据）</a:t>
            </a:r>
            <a:endParaRPr lang="en-US" altLang="zh-CN" dirty="0"/>
          </a:p>
          <a:p>
            <a:r>
              <a:rPr lang="en-US" altLang="zh-CN" dirty="0"/>
              <a:t>                         0.9980</a:t>
            </a:r>
            <a:r>
              <a:rPr lang="zh-CN" altLang="en-US" dirty="0"/>
              <a:t>（长数据）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A74EDB-353A-9160-0647-394231BE01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奇偶性任务：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Test Accuracy</a:t>
            </a:r>
            <a:r>
              <a:rPr lang="zh-CN" altLang="en-US" dirty="0"/>
              <a:t>：</a:t>
            </a:r>
            <a:r>
              <a:rPr lang="en-US" altLang="zh-CN" dirty="0"/>
              <a:t>0.4840</a:t>
            </a:r>
            <a:r>
              <a:rPr lang="zh-CN" altLang="en-US" dirty="0"/>
              <a:t>（短数据）</a:t>
            </a:r>
            <a:endParaRPr lang="en-US" altLang="zh-CN" dirty="0"/>
          </a:p>
          <a:p>
            <a:r>
              <a:rPr lang="en-US" altLang="zh-CN" dirty="0"/>
              <a:t>                         0.4680</a:t>
            </a:r>
            <a:r>
              <a:rPr lang="zh-CN" altLang="en-US" dirty="0"/>
              <a:t>（长数据）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26B270-E971-DC94-DFBA-6250E9DD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59" y="2292179"/>
            <a:ext cx="3882081" cy="29317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8CF4BBB-BDC6-16FE-CB8D-15F23CFBA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307" y="2298358"/>
            <a:ext cx="3904968" cy="29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9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117</Words>
  <Application>Microsoft Office PowerPoint</Application>
  <PresentationFormat>宽屏</PresentationFormat>
  <Paragraphs>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模型结构：</vt:lpstr>
      <vt:lpstr>任务：</vt:lpstr>
      <vt:lpstr>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天和 华</dc:creator>
  <cp:lastModifiedBy>天和 华</cp:lastModifiedBy>
  <cp:revision>2</cp:revision>
  <dcterms:created xsi:type="dcterms:W3CDTF">2026-03-21T08:16:23Z</dcterms:created>
  <dcterms:modified xsi:type="dcterms:W3CDTF">2026-03-21T12:24:55Z</dcterms:modified>
</cp:coreProperties>
</file>