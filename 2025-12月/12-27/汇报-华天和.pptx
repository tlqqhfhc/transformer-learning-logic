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CCD2D-78EC-6CA5-E433-9DB596F9F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9DC93B-5F69-E69B-81B6-A3D3CAA56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F97776-ED03-526A-B8E2-647B84FA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84E29-55E4-70FD-6DE4-CCA34007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48383-6214-07F0-9DD4-8DD540CC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08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A0DBA-6F20-2690-FB9B-14CCB773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11883-84CF-C696-447E-002C4AC5F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CABFB6-B84A-C25B-0DEC-26212597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DF61D3-D2E1-16D5-D973-2E5030920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415FE-F85B-6490-43AA-E6D165DA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152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D1121-6543-1A0C-DB35-3A3A7D8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1202E1-86B8-5819-CCCC-183E148A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22556B-892B-2AC3-E491-2565BFE9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321BD5-AE4C-88CC-E93A-4315387F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CAAB39-E59C-1182-A345-55592DF5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44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9B937-0086-85A8-C074-A13F902A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39134-12F5-099E-5178-1F9C8EC22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84A736-8345-39E7-2FBC-DA1F7DE58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A525ED-D54A-8863-FA6F-7E969450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AF006-373F-A79A-99BA-314D6AB5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BDC398-0CAB-9EA5-F37C-84B6C91F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90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2DA90-F788-97ED-5026-C7A28DF0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669ED5-981B-B827-6052-7FC26315D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B1D25E-E0ED-4EA0-6338-789F55ECE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0BE439-A0B6-F4ED-9E4B-9237BAF95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490485-AAB3-D271-D438-9F108E5DB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769FDF-845D-431C-47AC-1AB7D060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4EB9C1-A8E8-5439-C089-80E0205D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57BDB6-8DBE-7EF2-82C2-6DFDCF7D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4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2189A-BDB3-32B9-B6F4-B1C669AE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B3D618-9C8F-B4DA-8B91-8858457D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3552B0-6016-85A4-CF90-2B44266A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3A8D36-2668-CCCB-A761-D7EF2655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84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613802-8327-E2FB-58A5-CCA194FA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80ED0A-8873-45AC-7B05-AD8D47EC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7AD4D-EF62-04FA-F1F1-A3222F08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B8D87-D1B6-F061-AEB9-57A256B2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0B33E-6ED9-45F2-1469-8CF252AF5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2B663D-421C-8809-D892-D641E5151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25894E-85E8-4518-75C1-4D47E378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C00C10-0760-3C9A-A378-9E679034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509A15-E1FF-914E-9AE8-A072B7A8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18B8C-2354-53AA-F402-386EDA27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BCBE71-DB2B-31CA-1631-E37122069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C41071-4C15-CF5F-B707-3C5527CEC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23AD9A-51DB-7781-3551-AA096013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81B2AC-4A1F-C4C0-6B63-F4F34C26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FE6C4B-5951-565D-A465-E144BCA4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52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44C8C-18B7-E88D-6BAA-A94828431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05214F-F0C3-BBA0-D38A-A3523C992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C1216A-C47C-EAB7-1C85-1003D801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A5669-83C4-421F-B684-C24E80A0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FFE18-4981-50A4-320E-1B6C9CAB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36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119909-287D-2433-3093-942A5BCCD3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27D477-E968-021A-0335-6DCE07D2C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CBCF6F-D7BF-1820-7277-1E81D4D9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8A4F3-1723-64DD-3B90-951BF3F7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9B931F-456B-F289-B8DB-96F2CF06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89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8AE02B-85B5-F822-1279-4E7A84DD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BAEE9E-E30D-08D8-1B73-8CFFF5A9E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C3BE7C-57E2-47A7-0508-01D377592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23B28-1BEE-4234-B9AC-6E4A8EC9C5D6}" type="datetimeFigureOut">
              <a:rPr lang="zh-CN" altLang="en-US" smtClean="0"/>
              <a:t>2025-12-27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E11AEE-C610-C644-FF65-22CC6CE09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C1E097-2D39-08C4-D179-F6CFD8539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45736-B616-4959-A961-A4DB08F47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93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DCBCDEE-E4A8-8259-1A1A-AE1EF9E73A7F}"/>
              </a:ext>
            </a:extLst>
          </p:cNvPr>
          <p:cNvSpPr txBox="1"/>
          <p:nvPr/>
        </p:nvSpPr>
        <p:spPr>
          <a:xfrm>
            <a:off x="859398" y="591266"/>
            <a:ext cx="80645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任务：</a:t>
            </a:r>
            <a:endParaRPr lang="en-US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Transformer</a:t>
            </a:r>
            <a:r>
              <a:rPr lang="zh-CN" altLang="en-US" sz="3200" dirty="0"/>
              <a:t>模型完成逻辑表达式求值任务</a:t>
            </a:r>
            <a:endParaRPr lang="en-US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数据：子串法生成，数据量约为</a:t>
            </a:r>
            <a:r>
              <a:rPr lang="en-US" altLang="zh-CN" sz="3200" dirty="0"/>
              <a:t>10^5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/>
              <a:t>表达式长度最长为</a:t>
            </a:r>
            <a:r>
              <a:rPr lang="en-US" altLang="zh-CN" sz="3200" dirty="0"/>
              <a:t>15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0888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3A16AC-3CFB-0E7B-1C10-EE24E50D6D76}"/>
              </a:ext>
            </a:extLst>
          </p:cNvPr>
          <p:cNvSpPr txBox="1"/>
          <p:nvPr/>
        </p:nvSpPr>
        <p:spPr>
          <a:xfrm>
            <a:off x="1326911" y="742520"/>
            <a:ext cx="871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模型结构：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8" name="图片 17" descr="图示&#10;&#10;AI 生成的内容可能不正确。">
            <a:extLst>
              <a:ext uri="{FF2B5EF4-FFF2-40B4-BE49-F238E27FC236}">
                <a16:creationId xmlns:a16="http://schemas.microsoft.com/office/drawing/2014/main" id="{AB17E69D-6CE0-ADEB-5954-7D1E6F76F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923" y="1644341"/>
            <a:ext cx="9183098" cy="3972688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F37834A-440D-E718-A06F-51541986553C}"/>
              </a:ext>
            </a:extLst>
          </p:cNvPr>
          <p:cNvCxnSpPr>
            <a:cxnSpLocks/>
          </p:cNvCxnSpPr>
          <p:nvPr/>
        </p:nvCxnSpPr>
        <p:spPr>
          <a:xfrm flipV="1">
            <a:off x="7858340" y="3905107"/>
            <a:ext cx="0" cy="9694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BB885E8-1DEA-46B4-4C17-015317A5819F}"/>
              </a:ext>
            </a:extLst>
          </p:cNvPr>
          <p:cNvSpPr txBox="1"/>
          <p:nvPr/>
        </p:nvSpPr>
        <p:spPr>
          <a:xfrm>
            <a:off x="7163946" y="4837610"/>
            <a:ext cx="2557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size1=32</a:t>
            </a:r>
          </a:p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Hidden size2=16</a:t>
            </a:r>
            <a:endParaRPr lang="zh-CN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B6B32CA-149A-9A2D-F4A9-E752E19FD4F3}"/>
                  </a:ext>
                </a:extLst>
              </p:cNvPr>
              <p:cNvSpPr txBox="1"/>
              <p:nvPr/>
            </p:nvSpPr>
            <p:spPr>
              <a:xfrm>
                <a:off x="1241979" y="3259723"/>
                <a:ext cx="25575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𝟏𝟔</m:t>
                      </m:r>
                    </m:oMath>
                  </m:oMathPara>
                </a14:m>
                <a:endParaRPr lang="zh-CN" alt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B6B32CA-149A-9A2D-F4A9-E752E19FD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979" y="3259723"/>
                <a:ext cx="255757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1EF98FB-DD5F-4B7C-006D-F13FD76BD17E}"/>
                  </a:ext>
                </a:extLst>
              </p:cNvPr>
              <p:cNvSpPr txBox="1"/>
              <p:nvPr/>
            </p:nvSpPr>
            <p:spPr>
              <a:xfrm>
                <a:off x="3487875" y="4209469"/>
                <a:ext cx="2557570" cy="360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𝒒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𝟏𝟔</m:t>
                      </m:r>
                    </m:oMath>
                  </m:oMathPara>
                </a14:m>
                <a:endParaRPr lang="zh-CN" altLang="en-US" sz="1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1EF98FB-DD5F-4B7C-006D-F13FD76BD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75" y="4209469"/>
                <a:ext cx="2557570" cy="360676"/>
              </a:xfrm>
              <a:prstGeom prst="rect">
                <a:avLst/>
              </a:prstGeom>
              <a:blipFill>
                <a:blip r:embed="rId4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5F8BF7F3-F2B9-D591-24DD-0809AB7BEA4A}"/>
              </a:ext>
            </a:extLst>
          </p:cNvPr>
          <p:cNvSpPr txBox="1"/>
          <p:nvPr/>
        </p:nvSpPr>
        <p:spPr>
          <a:xfrm>
            <a:off x="5344176" y="2648531"/>
            <a:ext cx="1402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（单头）</a:t>
            </a:r>
          </a:p>
        </p:txBody>
      </p:sp>
    </p:spTree>
    <p:extLst>
      <p:ext uri="{BB962C8B-B14F-4D97-AF65-F5344CB8AC3E}">
        <p14:creationId xmlns:p14="http://schemas.microsoft.com/office/powerpoint/2010/main" val="389084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B45AF53-F67D-6A89-7011-8255492C81DF}"/>
                  </a:ext>
                </a:extLst>
              </p:cNvPr>
              <p:cNvSpPr txBox="1"/>
              <p:nvPr/>
            </p:nvSpPr>
            <p:spPr>
              <a:xfrm>
                <a:off x="61877" y="110003"/>
                <a:ext cx="6634555" cy="1872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初始化：</a:t>
                </a:r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𝑢𝑛𝑖𝑓𝑜𝑟𝑚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(−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（均匀分布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𝑛𝑜𝑟𝑚𝑎𝑙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(0,2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（正态分布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B45AF53-F67D-6A89-7011-8255492C8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7" y="110003"/>
                <a:ext cx="6634555" cy="1872949"/>
              </a:xfrm>
              <a:prstGeom prst="rect">
                <a:avLst/>
              </a:prstGeom>
              <a:blipFill>
                <a:blip r:embed="rId2"/>
                <a:stretch>
                  <a:fillRect l="-919" t="-16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A7300914-05F1-AAE5-1219-4508FBD6441A}"/>
              </a:ext>
            </a:extLst>
          </p:cNvPr>
          <p:cNvGrpSpPr/>
          <p:nvPr/>
        </p:nvGrpSpPr>
        <p:grpSpPr>
          <a:xfrm>
            <a:off x="8435856" y="0"/>
            <a:ext cx="3424113" cy="2697749"/>
            <a:chOff x="61877" y="3320716"/>
            <a:chExt cx="3424113" cy="269774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AC89D95-A1AC-B677-554E-65EACD9C0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77" y="3450380"/>
              <a:ext cx="3424113" cy="256808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ED8298D-6B58-99CD-D6EC-FCEC325A5880}"/>
                    </a:ext>
                  </a:extLst>
                </p:cNvPr>
                <p:cNvSpPr txBox="1"/>
                <p:nvPr/>
              </p:nvSpPr>
              <p:spPr>
                <a:xfrm>
                  <a:off x="684216" y="3320716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ED8298D-6B58-99CD-D6EC-FCEC325A5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216" y="3320716"/>
                  <a:ext cx="217943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2665B40-8C5D-B290-A7BF-CD94645A616E}"/>
              </a:ext>
            </a:extLst>
          </p:cNvPr>
          <p:cNvGrpSpPr/>
          <p:nvPr/>
        </p:nvGrpSpPr>
        <p:grpSpPr>
          <a:xfrm>
            <a:off x="8306401" y="2929169"/>
            <a:ext cx="3420563" cy="2763486"/>
            <a:chOff x="2598820" y="2992349"/>
            <a:chExt cx="3189183" cy="2576553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4C66EBF-968D-5476-1B4A-DB0552C50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8820" y="3177015"/>
              <a:ext cx="3189183" cy="239188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55AD7AD-8176-120E-7361-997EEC4CD7CC}"/>
                    </a:ext>
                  </a:extLst>
                </p:cNvPr>
                <p:cNvSpPr txBox="1"/>
                <p:nvPr/>
              </p:nvSpPr>
              <p:spPr>
                <a:xfrm>
                  <a:off x="3103694" y="2992349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=0.7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55AD7AD-8176-120E-7361-997EEC4CD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3694" y="2992349"/>
                  <a:ext cx="217943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16A548-4A64-ECF6-DF6D-1711A394E086}"/>
              </a:ext>
            </a:extLst>
          </p:cNvPr>
          <p:cNvGrpSpPr/>
          <p:nvPr/>
        </p:nvGrpSpPr>
        <p:grpSpPr>
          <a:xfrm>
            <a:off x="4498771" y="2874169"/>
            <a:ext cx="3684648" cy="2818486"/>
            <a:chOff x="2429007" y="2495818"/>
            <a:chExt cx="3684648" cy="281848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DF2B42D-50DF-404E-829D-213F2235B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9007" y="2550818"/>
              <a:ext cx="3684648" cy="27634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413339B3-6502-960D-02FE-C5905726C448}"/>
                    </a:ext>
                  </a:extLst>
                </p:cNvPr>
                <p:cNvSpPr txBox="1"/>
                <p:nvPr/>
              </p:nvSpPr>
              <p:spPr>
                <a:xfrm>
                  <a:off x="3181614" y="2495818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413339B3-6502-960D-02FE-C5905726C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1614" y="2495818"/>
                  <a:ext cx="217943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0BF8E9F-D44B-CC86-9175-2CE472FD0E46}"/>
              </a:ext>
            </a:extLst>
          </p:cNvPr>
          <p:cNvGrpSpPr/>
          <p:nvPr/>
        </p:nvGrpSpPr>
        <p:grpSpPr>
          <a:xfrm>
            <a:off x="791706" y="3028164"/>
            <a:ext cx="3386567" cy="2664491"/>
            <a:chOff x="523963" y="2902802"/>
            <a:chExt cx="3386567" cy="2664491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8D8C645C-DFE2-215C-441E-0BCBEA26D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963" y="3027368"/>
              <a:ext cx="3386567" cy="25399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2ECA6DC-48C7-8797-824A-EFB9A9D85115}"/>
                    </a:ext>
                  </a:extLst>
                </p:cNvPr>
                <p:cNvSpPr txBox="1"/>
                <p:nvPr/>
              </p:nvSpPr>
              <p:spPr>
                <a:xfrm>
                  <a:off x="1127530" y="2902802"/>
                  <a:ext cx="21794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2ECA6DC-48C7-8797-824A-EFB9A9D8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530" y="2902802"/>
                  <a:ext cx="217943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74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86</Words>
  <Application>Microsoft Office PowerPoint</Application>
  <PresentationFormat>宽屏</PresentationFormat>
  <Paragraphs>17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黑体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天和 华</dc:creator>
  <cp:lastModifiedBy>天和 华</cp:lastModifiedBy>
  <cp:revision>4</cp:revision>
  <dcterms:created xsi:type="dcterms:W3CDTF">2025-12-26T11:37:51Z</dcterms:created>
  <dcterms:modified xsi:type="dcterms:W3CDTF">2025-12-27T10:54:10Z</dcterms:modified>
</cp:coreProperties>
</file>