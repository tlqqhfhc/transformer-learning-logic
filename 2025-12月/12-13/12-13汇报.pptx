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1:09:15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1644 727 24575,'-1'-5'0,"0"0"0,0 0 0,-1 1 0,1-1 0,-1 1 0,0-1 0,0 1 0,-1 0 0,1-1 0,-1 1 0,0 0 0,0 1 0,0-1 0,-6-5 0,-11-14 0,1 0 0,-26-25 0,8 8 0,-19-16 0,-105-83 0,139 123 0,-1 1 0,0 0 0,-1 2 0,-1 1 0,0 1 0,-1 1 0,-31-8 0,11 3 0,-50-24 0,84 34 0,-4-3 0,-1-1 0,-15-11 0,-22-12 0,20 21 0,27 10 0,1-1 0,0 0 0,0 0 0,-9-4 0,-2-4 0,0 1 0,-1 0 0,0 2 0,0 0 0,-1 1 0,0 1 0,0 1 0,0 0 0,-1 2 0,1 0 0,-34 2 0,45 1 0,1 1 0,-1-1 0,1 2 0,0-1 0,0 1 0,0 0 0,0 0 0,0 1 0,1 0 0,-1 1 0,1-1 0,-9 9 0,-5 7 0,1 1 0,-18 26 0,-15 15 0,35-42 0,1 1 0,1 0 0,-19 37 0,11-20 0,13-21 0,-1 1 0,2 0 0,1 1 0,0 0 0,1 0 0,1 1 0,-5 31 0,-6 37 0,10-60 0,2 0 0,1 1 0,-1 30 0,5-18 0,2 0 0,8 46 0,-3-47 0,-6-25 0,1-1 0,1 1 0,1-1 0,0 1 0,8 18 0,-8-22 0,0 0 0,-1 0 0,0 0 0,1 11 0,-1-8 0,0 0 0,5 16 0,58 157 0,-10-27 0,-34-83 0,-16-52 0,1 0 0,14 32 0,-17-47 0,2 1 0,-1 1 0,0-1 0,-1 1 0,0 0 0,2 17 0,0-5 0,0-1 0,2 1 0,1-1 0,1 0 0,1-1 0,0 0 0,22 28 0,18 34 0,64 143 0,-94-183 0,-1-1 0,20 60 0,7 37 0,-25-83 0,-3 2 0,-3 0 0,13 86 0,-9-34 0,-4-22 0,-11-34 0,-4 105 0,-3-67 0,2 477 0,-2-546 0,-6 40 0,4-40 0,-2 39 0,6-45 0,-1 1 0,0-1 0,-8 29 0,-26 124 0,16-78 0,9-53 0,2 1 0,-4 80 0,12-80 0,1-21 0,-1-1 0,-1 1 0,-6 35 0,1-22 0,-2 51 0,-2 10 0,4-39 0,2 1 0,5 85 0,1-47 0,-2-65 0,4 147 0,-1-139 0,2-1 0,16 65 0,18 18 0,-19-61 0,20 95 0,-11-41 0,-1-7 0,-18-66 0,2-1 0,21 49 0,5 13 0,-10-18 0,-12-40 0,-2 1 0,10 54 0,-19-77 0,0 1 0,12 27 0,-9-26 0,-1-1 0,5 24 0,5 27 0,48 124 0,-26-88 0,-22-57 0,19 101 0,-30-123 0,16 46 0,-15-54 0,0 1 0,-1 1 0,4 38 0,-7-36 0,2 0 0,13 45 0,-4-20 0,11 42 0,9 36 0,-22-86 0,21 56 0,11 35 0,-1 94 0,-36-185 0,27 118 0,-17-84 0,60 225 0,-53-223 0,-14-53 0,6 32 0,-12-29 0,-1 1 0,-2 0 0,-3 51 0,0-13 0,2 483 0,1-530 0,1 0 0,4 20 0,4 31 0,-9 23 0,-1-40 0,10 78 0,-2-15 0,-8-92 0,1-1 0,1 1 0,1-1 0,1 0 0,12 40 0,-11-49 0,-2 1 0,1-1 0,-2 1 0,1 23 0,5 31 0,21 36 0,-17-68 0,10 58 0,-11-38 0,21 64 0,-1 1 0,11 36 0,0-6 0,5 17 0,-28-111 0,11 29 0,-17-53 0,-2 1 0,-1 0 0,-2 0 0,4 44 0,-9-60 0,22 90 0,-15-73 0,8 53 0,-11-44 0,23 74 0,-17-76 0,12 78 0,-24-107 0,1-1 0,0 0 0,1-1 0,0 1 0,1 0 0,1-1 0,0 0 0,1 0 0,13 21 0,-3-8 0,18 41 0,2 2 0,85 119 0,-25-61 0,-35-51 0,-39-49 0,28 27 0,0-2 0,97 110 0,-123-135 0,31 47 0,1 1 0,120 144 0,-76-100 0,223 246 0,-134-158 0,-105-112 0,-21-21 0,50 51 0,-90-103 0,27 26 0,52 65 0,-72-78 0,52 46 0,3 3 0,62 55 0,-109-108 0,81 50 0,49 12 0,-149-84 0,150 79 0,-134-67 0,151 79 0,-168-93 0,1-1 0,0 0 0,0-2 0,34 4 0,17 5 0,-21-2 0,0-2 0,0-1 0,74 0 0,1547-10 0,-1139 2 0,-515-1 0,0 0 0,-1-2 0,1 0 0,23-8 0,-22 6 0,0 0 0,1 2 0,20-3 0,-15 4 0,-1-2 0,39-11 0,4-1 0,32-10 0,-71 17 0,1 2 0,51-8 0,-66 13 0,0 0 0,0-1 0,0 0 0,14-6 0,5-2 0,-14 7 0,-1 0 0,20-1 0,-20 4 0,-1-2 0,1 0 0,16-5 0,33-11 0,-47 15 0,0-1 0,0-1 0,0-1 0,18-9 0,3-6 0,100-59 0,-135 78 0,0-1 0,-1 1 0,1 0 0,-1-1 0,1 0 0,-1 0 0,0 0 0,4-8 0,17-42 0,-4 9 0,-12 28 0,-1 0 0,0 0 0,-2-1 0,0 0 0,-1 0 0,-1 0 0,2-32 0,-5 45 0,18-92 0,-13 68 0,9-31 0,-11 50 0,0 0 0,0 1 0,1 0 0,1 0 0,-1 0 0,1 0 0,7-8 0,-2 6 0,-7 8 0,-1 0 0,1 0 0,-1 0 0,0 0 0,0 0 0,0 0 0,0 0 0,0-1 0,-1 1 0,1-1 0,-1 1 0,1-7 0,2-5 0,0 0 0,9-22 0,-1 3 0,-8 18 0,-1 0 0,2-19 0,2-12 0,-3 24 0,1-28 0,-4 30 0,8-37 0,-4 25 0,-1 1 0,-2 0 0,-1-1 0,-4-32 0,1-8 0,4-5 0,-4-86 0,-5 122 0,-1 1 0,-2 0 0,-20-51 0,20 64 0,-48-116 0,20 55 0,-19-54 0,-69-167 0,112 272 0,-13-55 0,16 55 0,-21-56 0,21 65 0,2-1 0,1 0 0,-7-49 0,3 11 0,-22-144 0,9 49 0,17 104 0,0-94 0,8 101 0,-3 1 0,-16-89 0,6 80 0,-120-444 0,-3 136 0,94 264 0,-15-32 0,-72-131 0,-47-88 0,80 151 0,3 5 0,-166-251 0,157 282 0,-75-117 0,-166-268 0,-44-13 0,327 486 0,-80-117 0,34 35 0,-140-165 0,104 145 0,-242-339 0,126 189 0,-232-247 0,281 308 0,31 37 0,-109-144 0,68 85 0,-217-306 0,382 517 0,14 22 0,-61-122 0,-79-165 0,111 222 0,49 89 0,-102-206 0,70 90 0,42 122 0,-15-29 0,-1-4 0,-5-13 0,-3 1 0,-70-114 0,68 129 0,14 21 0,-43-56 0,57 83 0,1 0 0,0 0 0,1 0 0,0-1 0,1 0 0,-6-24 0,6 19 0,-1 0 0,-1 1 0,-9-19 0,-85-153 0,70 142 0,-54-61 0,40 52 0,-36-53 0,-54-76 0,95 126 0,-92-107 0,108 141 0,2-2 0,1-1 0,1-1 0,-32-61 0,47 78 0,-1 1 0,0-1 0,-1 1 0,-1 0 0,0 1 0,0-1 0,-1 2 0,0-1 0,-13-9 0,-107-74-1365,104 76-5461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01:12:53.2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4843 4012 24575,'-227'-2'0,"61"3"0,129-1 0,22-1 0,-1 0 0,1 1 0,-1 1 0,0 1 0,1 0 0,0 1 0,-1 0 0,-25 10 0,-1 4 0,33-15 0,0 1 0,0 1 0,1-1 0,0 1 0,-1 1 0,-9 7 0,-24 23 0,23-18 0,-1-1 0,-1-1 0,-28 16 0,34-21 0,1 0 0,1 1 0,0 1 0,0 0 0,1 0 0,-19 27 0,19-24 0,-13 19 0,-28 49 0,45-69 0,1 1 0,-7 25 0,0-4 0,0 6 0,-15 62 0,5-11 0,-20 74 0,38-140 0,2-6 0,0 0 0,1 0 0,0 25 0,4 745 0,16-562 0,-16-218 0,3 14 0,11 41 0,-9-48 0,-1 1 0,-1 0 0,-1 0 0,0 25 0,-5 39 0,4 82 0,7-113 0,-6-38 0,0 0 0,1 25 0,-3 561 0,-3-290 0,2 304 0,-2-593 0,0-1 0,-2 1 0,-1-1 0,0 0 0,-2-1 0,-14 32 0,7-18 0,-2-1 0,-22 33 0,33-57 0,-2 4 0,0 0 0,-1-1 0,-1 0 0,0-1 0,0 0 0,-1 0 0,0-1 0,-19 14 0,-18 4 0,20-11 0,-39 27 0,61-39 0,0 0 0,-1-1 0,0 0 0,0 0 0,1-1 0,-2 0 0,1 0 0,-11 3 0,-56 2 0,22-2 0,-59 17 0,12-1 0,-49-5 0,-167 30 0,-5-27 0,302-18 0,0 0 0,-23 6 0,-24 2 0,-321-7 0,197-4 0,-604 2 0,782-1 0,0 0 0,-1 0 0,1-1 0,0 0 0,0-1 0,0 0 0,0-1 0,0 0 0,1 0 0,-1-1 0,-11-9 0,-6-5 0,2-1 0,-32-32 0,49 43 0,0-1 0,1 0 0,-1-1 0,-9-20 0,-9-13 0,-16-21 0,-44-93 0,73 126 0,1-1 0,2-1 0,-8-41 0,9 35 0,-104-589 0,96 280 0,8 84 0,0-230 0,11 311 0,-1 166 0,0 1 0,1-1 0,1 0 0,8-23 0,27-69 0,-17 53 0,34-134 0,-18 51 0,-3 38 0,19-74 0,16-21 0,-1-1 0,0-32 0,-28 105 0,8-32 0,-39 124 0,2 1 0,27-54 0,-24 54 0,17-39 0,-4 8 0,51-86 0,-18 49 0,77-116 0,-40 72 0,47-67 0,-19 31 0,64-82 0,-7 50 0,-129 151 0,86-127 0,-103 135 0,-25 34 0,-1 0 0,0-1 0,9-28 0,-8 19 0,64-177 0,-55 153 0,-4-1 0,20-105 0,-26 97 0,12-56 0,-9 58 0,-3-1 0,-3 0 0,0-115 0,-7 172 0,-1-23 0,1 0 0,1 0 0,2 0 0,9-42 0,4 10 0,1 2 0,13-83 0,-27 125 0,0 1 0,1-1 0,0 1 0,1 0 0,7-13 0,39-66 0,5-10 0,-33 54 0,58-85 0,-73 122 0,70-93 0,-74 100 0,0 1 0,0-1 0,1 1 0,-1 0 0,1 0 0,0 0 0,0 1 0,1-1 0,-1 1 0,0 0 0,11-3 0,7-2 0,41-7 0,-26 6 0,4-4 0,-27 8 0,0 0 0,22-3 0,-11 3 0,50-17 0,-56 15 0,0 1 0,1 0 0,0 2 0,23-2 0,-20 3 0,29-6 0,-15 2 0,4-2 0,-27 6 0,0 0 0,27-2 0,59-4 0,3 0 0,227 9 0,-318 1 0,-1 0 0,0 0 0,1 2 0,-1-1 0,0 2 0,15 5 0,69 36 0,-61-28 0,15 11 0,-2 2 0,0 2 0,72 66 0,50 32 0,-62-51 0,-72-47 0,-1 2 0,-2 1 0,45 61 0,2 1 0,28 34 0,99 156 0,-193-266 0,107 172 0,-98-153 0,-3 1 0,-2 1 0,14 44 0,-2 19 0,46 129 0,-59-184 0,20 102 0,-22-83 0,-3-14 0,-1 1 0,-4 0 0,2 87 0,-10 429 0,-1-547 0,0 0 0,-7 28 0,2-15 0,3-19 0,-2-1 0,0 1 0,-1-1 0,-12 24 0,-2 5 0,14-33 0,-1 1 0,-1-1 0,0-1 0,0 1 0,-2-2 0,-18 20 0,21-23 0,-19 16 0,-1-1 0,-1-1 0,-1-1 0,-35 18 0,-81 35 0,91-46 0,-59 22 0,48-22 0,43-19 0,1 2 0,1 1 0,0 0 0,-21 19 0,22-14-1365,12-10-5461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7DFF7-0F0B-84A8-966F-5420AD195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F01716-BB68-24D7-0CAF-57680EAC6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81048-F1C9-CA39-9418-5E3ED15C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8EF1E-21BA-2A0C-5E6A-DF196366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57C26-9D83-ED0E-D339-2C62788C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79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03A37-F4D9-0D03-20F0-FD49E602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B408C-F928-DF97-C56C-393CDF18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C1CC6-AF5D-3D1E-D6E6-5CA03A48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E7570-C1D2-328D-F4A5-0CEF4273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9DCE3-F1EA-CE20-E3F9-43D2A496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26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82FCF-41C9-F41D-2E0E-34305523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35BDAA-9B89-DB6D-7AE3-61FC13C2B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6B498-A033-045C-CB66-C1CDC9F9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0E0F4-0CC6-61DE-D2F6-9D3FA963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BBBBE-8A64-478D-FC83-25325D92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95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C008B-F295-EA3C-3C77-76B0932A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2DAC26-0A74-F776-3491-FE94C30DE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1CD83D-4C22-2263-D932-06358F31F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6319CB-5BEA-0821-B0B8-22D198B7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A5C955-C57A-317A-E146-7EEB3C57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D4B7BB-865A-6A09-E5A9-A6DE3285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77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00B08-5F10-1F2C-8973-B2FE88F07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4BDCBE-860B-DB59-ADE7-ACEC77AF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E5DDBF-1C34-17E9-80FA-BE4D198A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D212-891F-1056-F0A3-AFC844651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D08F18-71DF-5F7A-7691-DC2F3DB4D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24C106-913D-2581-507C-E1EB22ED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E9AEF7-FB86-02EF-AE8D-00CA5A3B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AE0A56-8641-5694-D348-13E37D81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4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9FB7A-982D-7654-7F84-1D30B2AD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6D3DD4-AF01-094F-AFC2-1BA8F6D9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184F5D-5F26-DFCA-7743-A1086772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1539-010F-6C3F-3751-C77872AB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8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9D5DE5-E681-B8BE-B5E8-34E9026C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835488-E386-67D5-5B01-43A69DA6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786E24-C90F-1C25-AAC2-6B92FB34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97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621FF-82E6-E4D9-454B-7942EE1D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163DE-E6D0-6BB3-59A1-C34F4501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8034DD-69B9-B45F-7324-98CC21859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CADF0-7A62-3020-AD56-16E48D31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7EE918-E058-6DEC-EACD-F338ED41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2FED4-91B6-772E-E24C-8F3CA9E2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4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EC9EB-395D-7612-FB8E-B5E2A67A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02BE7E-EF43-5371-FC89-6E6821E45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ABB85A-C589-EAD8-D980-66B45D7BD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AF5F3B-B04F-A80B-185C-D466F322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82C580-8D27-E6A8-B0AA-BC9ABF10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988EE8-1CFA-B1C7-09A0-6D4F19D1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390BB-AC29-A773-2FA1-E570C120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AACAF4-939D-9645-4682-EF0B9856D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21034-6C3B-D23D-E987-AE1E9F74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099E8-8033-9B13-F314-ACEA74D1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C5D8C-5D2B-E9F2-2C51-8A74D39A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1C40B5-06DD-C575-7232-18C16F675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6435A9-5674-5801-1DA9-0C38F61E6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BDA3B-368E-FB7B-9BE5-CF60D327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7A0D69-6B21-F167-A8CC-EADF9D67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637B1-32B8-A511-E2C4-7E475D4C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68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0EE057-D423-5E1D-FBBC-8A9D9D25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7A476F-2CDD-F49B-2B42-1CF89116C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E267AB-8D78-E51D-2041-FD088BA57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47FCC-EA26-424E-A10E-AA34C6559418}" type="datetimeFigureOut">
              <a:rPr lang="zh-CN" altLang="en-US" smtClean="0"/>
              <a:t>2025-12-12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99759-D8C5-F103-3123-5DDC1FB8A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F8EAB-C9B2-2313-A69F-A94210071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7DF11-A0CE-4864-8AF2-0D4474E17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58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ED2F6-C2C1-A2DD-32B4-067771A2E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12.13</a:t>
            </a:r>
            <a:r>
              <a:rPr lang="zh-CN" altLang="en-US" dirty="0"/>
              <a:t>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914FD9-6D30-5295-6BD3-5C4D6DC0AF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华天和</a:t>
            </a:r>
          </a:p>
        </p:txBody>
      </p:sp>
    </p:spTree>
    <p:extLst>
      <p:ext uri="{BB962C8B-B14F-4D97-AF65-F5344CB8AC3E}">
        <p14:creationId xmlns:p14="http://schemas.microsoft.com/office/powerpoint/2010/main" val="321511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BB9EA-8062-8B04-D5D4-F9A34036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子图法数据集划分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DE2DC827-CEE8-2396-07EA-BD6F6C0F6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523" y="0"/>
            <a:ext cx="4459477" cy="685800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4E808655-CE80-71D6-F3EE-117712C3730C}"/>
              </a:ext>
            </a:extLst>
          </p:cNvPr>
          <p:cNvGrpSpPr/>
          <p:nvPr/>
        </p:nvGrpSpPr>
        <p:grpSpPr>
          <a:xfrm>
            <a:off x="8731680" y="0"/>
            <a:ext cx="3460320" cy="6010200"/>
            <a:chOff x="8731680" y="0"/>
            <a:chExt cx="3460320" cy="601020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B9AD33B-E4B4-6713-BA4B-4698483F959C}"/>
                </a:ext>
              </a:extLst>
            </p:cNvPr>
            <p:cNvSpPr/>
            <p:nvPr/>
          </p:nvSpPr>
          <p:spPr>
            <a:xfrm>
              <a:off x="10058400" y="2729449"/>
              <a:ext cx="474388" cy="501889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9A8F5152-125B-1E66-3DCA-FE3FB8CC9225}"/>
                    </a:ext>
                  </a:extLst>
                </p14:cNvPr>
                <p14:cNvContentPartPr/>
                <p14:nvPr/>
              </p14:nvContentPartPr>
              <p14:xfrm>
                <a:off x="8731680" y="0"/>
                <a:ext cx="3460320" cy="60102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9A8F5152-125B-1E66-3DCA-FE3FB8CC922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25560" y="-6120"/>
                  <a:ext cx="3472560" cy="602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E76C731-482A-C6D5-C674-7C9F3246AC43}"/>
              </a:ext>
            </a:extLst>
          </p:cNvPr>
          <p:cNvGrpSpPr/>
          <p:nvPr/>
        </p:nvGrpSpPr>
        <p:grpSpPr>
          <a:xfrm>
            <a:off x="7740885" y="41013"/>
            <a:ext cx="2049840" cy="3204720"/>
            <a:chOff x="7740885" y="41013"/>
            <a:chExt cx="2049840" cy="320472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E986D35-8F8D-DDB8-E99C-6338DAFCB072}"/>
                </a:ext>
              </a:extLst>
            </p:cNvPr>
            <p:cNvSpPr/>
            <p:nvPr/>
          </p:nvSpPr>
          <p:spPr>
            <a:xfrm>
              <a:off x="8416376" y="1853125"/>
              <a:ext cx="474388" cy="501889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2CFB294-B64B-D347-EEB3-0F5AFB9BFAC9}"/>
                    </a:ext>
                  </a:extLst>
                </p14:cNvPr>
                <p14:cNvContentPartPr/>
                <p14:nvPr/>
              </p14:nvContentPartPr>
              <p14:xfrm>
                <a:off x="7740885" y="41013"/>
                <a:ext cx="2049840" cy="32047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2CFB294-B64B-D347-EEB3-0F5AFB9BFAC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4765" y="34893"/>
                  <a:ext cx="2062080" cy="321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068B4A-AB2C-2684-D66B-0C6E11CD425B}"/>
                  </a:ext>
                </a:extLst>
              </p:cNvPr>
              <p:cNvSpPr txBox="1"/>
              <p:nvPr/>
            </p:nvSpPr>
            <p:spPr>
              <a:xfrm>
                <a:off x="763145" y="1574418"/>
                <a:ext cx="6908987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对每个结点，取出到这个节点距离</a:t>
                </a:r>
                <a14:m>
                  <m:oMath xmlns:m="http://schemas.openxmlformats.org/officeDocument/2006/math">
                    <m:r>
                      <a:rPr lang="en-US" altLang="zh-CN" sz="2800"/>
                      <m:t>≤</m:t>
                    </m:r>
                  </m:oMath>
                </a14:m>
                <a:r>
                  <a:rPr lang="en-US" altLang="zh-CN" sz="2800" dirty="0"/>
                  <a:t>3</a:t>
                </a:r>
                <a:r>
                  <a:rPr lang="zh-CN" altLang="en-US" sz="2800" dirty="0"/>
                  <a:t>的所有结点作为一个子图</a:t>
                </a:r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用哈希值把所有不同的子图划分为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B</a:t>
                </a:r>
                <a:r>
                  <a:rPr lang="zh-CN" altLang="en-US" sz="2800" dirty="0"/>
                  <a:t>两个集合</a:t>
                </a:r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若一个表达式所有的子图都属于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，则为训练集，否则为测试集</a:t>
                </a:r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哈希实现方法：对于每个节点，把深度</a:t>
                </a:r>
                <a14:m>
                  <m:oMath xmlns:m="http://schemas.openxmlformats.org/officeDocument/2006/math">
                    <m:r>
                      <a:rPr lang="en-US" altLang="zh-CN" sz="2800"/>
                      <m:t>≤3</m:t>
                    </m:r>
                  </m:oMath>
                </a14:m>
                <a:r>
                  <a:rPr lang="zh-CN" altLang="en-US" sz="2800" dirty="0"/>
                  <a:t>的节点的</a:t>
                </a:r>
                <a:r>
                  <a:rPr lang="en-US" altLang="zh-CN" sz="2800" dirty="0"/>
                  <a:t>BFS</a:t>
                </a:r>
                <a:r>
                  <a:rPr lang="zh-CN" altLang="en-US" sz="2800" dirty="0"/>
                  <a:t>遍历顺序与深度构成字符串进行哈希，保证不同子图的哈希值不同。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068B4A-AB2C-2684-D66B-0C6E11CD4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45" y="1574418"/>
                <a:ext cx="6908987" cy="5262979"/>
              </a:xfrm>
              <a:prstGeom prst="rect">
                <a:avLst/>
              </a:prstGeom>
              <a:blipFill>
                <a:blip r:embed="rId7"/>
                <a:stretch>
                  <a:fillRect l="-1587" t="-1157"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22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C1AE7-B9C5-F4C6-7CA0-13724EA0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子串法数据集划分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78C59-F5DB-256C-9462-D2DA9352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把所有长为</a:t>
            </a:r>
            <a:r>
              <a:rPr lang="en-US" altLang="zh-CN" dirty="0"/>
              <a:t>5</a:t>
            </a:r>
            <a:r>
              <a:rPr lang="zh-CN" altLang="en-US" dirty="0"/>
              <a:t>的子串分为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两个集合</a:t>
            </a:r>
            <a:endParaRPr lang="en-US" altLang="zh-CN" dirty="0"/>
          </a:p>
          <a:p>
            <a:r>
              <a:rPr lang="zh-CN" altLang="en-US" dirty="0"/>
              <a:t>若一个表达式所有子串均属于</a:t>
            </a:r>
            <a:r>
              <a:rPr lang="en-US" altLang="zh-CN" dirty="0"/>
              <a:t>A</a:t>
            </a:r>
            <a:r>
              <a:rPr lang="zh-CN" altLang="en-US" dirty="0"/>
              <a:t>则为训练集，都属于</a:t>
            </a:r>
            <a:r>
              <a:rPr lang="en-US" altLang="zh-CN" dirty="0"/>
              <a:t>B</a:t>
            </a:r>
            <a:r>
              <a:rPr lang="zh-CN" altLang="en-US" dirty="0"/>
              <a:t>为测试集</a:t>
            </a:r>
            <a:endParaRPr lang="en-US" altLang="zh-CN" dirty="0"/>
          </a:p>
          <a:p>
            <a:r>
              <a:rPr lang="zh-CN" altLang="en-US" dirty="0"/>
              <a:t>实现方法：</a:t>
            </a:r>
            <a:endParaRPr lang="en-US" altLang="zh-CN" dirty="0"/>
          </a:p>
          <a:p>
            <a:pPr lvl="1"/>
            <a:r>
              <a:rPr lang="zh-CN" altLang="en-US" dirty="0"/>
              <a:t>先生成开头，</a:t>
            </a:r>
            <a:r>
              <a:rPr lang="en-US" altLang="zh-CN" dirty="0"/>
              <a:t>DFS</a:t>
            </a:r>
            <a:r>
              <a:rPr lang="zh-CN" altLang="en-US" dirty="0"/>
              <a:t>生成后续序列，剪枝去除不合法的，直到找到合法序列</a:t>
            </a:r>
            <a:endParaRPr lang="en-US" altLang="zh-CN" dirty="0"/>
          </a:p>
          <a:p>
            <a:pPr lvl="1"/>
            <a:r>
              <a:rPr lang="zh-CN" altLang="en-US"/>
              <a:t>含有多余</a:t>
            </a:r>
            <a:r>
              <a:rPr lang="zh-CN" altLang="en-US" dirty="0"/>
              <a:t>括号的问题目前没有被解决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993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169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12.13汇报</vt:lpstr>
      <vt:lpstr>子图法数据集划分</vt:lpstr>
      <vt:lpstr>子串法数据集划分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天和 华</dc:creator>
  <cp:lastModifiedBy>天和 华</cp:lastModifiedBy>
  <cp:revision>2</cp:revision>
  <dcterms:created xsi:type="dcterms:W3CDTF">2025-12-12T11:02:45Z</dcterms:created>
  <dcterms:modified xsi:type="dcterms:W3CDTF">2025-12-13T05:46:53Z</dcterms:modified>
</cp:coreProperties>
</file>